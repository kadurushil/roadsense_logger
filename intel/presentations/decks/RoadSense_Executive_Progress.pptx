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TECHNICAL PROGRESS REPORT | SEPTEMBER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RoadSense: Multimodal Automotive ADAS Logger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Hardware-Synchronized Radar, Vision, GNSS &amp; CAN Ingestion Cockpit for Vehicle Dynamics &amp; Perception Research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 GHz Radar
</a:t>
            </a:r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3.125 Mbps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 AWR1843BOOST mmWave raw point clouds &amp; EKF tracks at 20 Hz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83864" y="233172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2514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Camera2 Engine
</a:t>
            </a:r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1080p @ 30 FPS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Hyperfocal infinity lock, tap AF/AE, autonomous Road AE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6208" y="233172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514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CANedge2 Bus
</a:t>
            </a:r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2x CAN / CAN-FD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60s split MF4 staging, Wi-Fi sync &amp; smart FIFO pruner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88552" y="233172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2514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GNSS / GPS
</a:t>
            </a:r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Hz Fused + NMEA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Nanosecond-indexed latitude, longitude, speed &amp; heading track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6217920" cy="164592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8006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Engineering Achievement to Date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Cockpit: Single Android smartphone acts as an autonomous multi-sensor edge recorder.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Microsecond Alignment: Common monotonic time base eliminates cross-sensor clock drift.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Production Grade: Zero dropped radar packets, non-blocking Wi-Fi sync, and continuous diagnostics.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0" y="4663440"/>
            <a:ext cx="4327855" cy="164592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315200" y="493776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HARDWARE RIG PHOTO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Rig &amp; Cockpit Mount
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photo of test vehicle with bumper radar and windshield smartphone clamp.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Multimodal Data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physical vehicle hardware to Android edge ingestion and PC analytics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94392" y="4114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2423160" cy="40233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2423160" cy="594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Sensor Layer
</a:t>
            </a:r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Automotive Hardware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 AWR1843 Radar (77 GHz)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Smartphone Camera2 Sensor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CSS Electronics CANedge2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Fused Multi-GNSS Constellation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1691640"/>
            <a:ext cx="2423160" cy="40233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02152" y="1691640"/>
            <a:ext cx="2423160" cy="5943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Ingestion Engine
</a:t>
            </a:r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Background 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85032" y="251460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3.125 Mbps FTDI USB UART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Non-blocking TextureView Preview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Sequential HTTP REST / Wi-Fi AP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Monotonic Clock: elapsedRealtimeNanos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71032" y="3474720"/>
            <a:ext cx="256032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691640"/>
            <a:ext cx="2423160" cy="40233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1691640"/>
            <a:ext cx="2423160" cy="5943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364224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Session Storage
</a:t>
            </a:r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On-Device Monotonic Index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55664" y="251460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session_timeline.csv (Unified Spine)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radar_raw_stream.bin &amp; frames.bin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camera_video.mp4 &amp; frames.csv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can/*.MF4 (60s Split Chunks)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41664" y="3474720"/>
            <a:ext cx="256032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43416" y="1691640"/>
            <a:ext cx="2423160" cy="40233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43416" y="1691640"/>
            <a:ext cx="242316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9134856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PC Analytics
</a:t>
            </a:r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ADB Extraction &amp; Visualization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26296" y="251460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sync_and_process_logs.bat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Nearest-neighbor time interpolation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Web-based BEV Radar/Video Player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 Standalone diagnostic health tools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5897880"/>
            <a:ext cx="10728655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Decoupling: Ingestion threads run on isolated IO and Default dispatchers to guarantee that heavy UI rendering or CAN HTTP downloads never block real-time 3.125 Mbps radar serial processing.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Monotonic Cross-Sensor Nanosecond Synchronization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Solving physical clock domain jitter across Radar, Video, GNSS, and CAN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94392" y="4114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5166360" cy="4617720"/>
          </a:xfrm>
          <a:prstGeom prst="roundRect">
            <a:avLst>
              <a:gd name="adj" fmla="val 1188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47091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Clock Domain Challenge in ADAS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Wall-Clock Flaws: System.currentTimeMillis() is prone to cellular NTP step adjustments, daylight savings shifts, and non-monotonic discontinuities. It CANNOT be used for sensor fusion.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Monotonic Guarantee: RoadSense uses SystemClock.elapsedRealtimeNanos(). It ticks continuously from CPU boot, has microsecond resolution, and NEVER steps backwards.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Spine: session_timeline.csv records every cross-sensor event with an exact nanosecond monotonic index:
</a:t>
            </a:r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[t0 + 35ms] RADAR_FRAME #1 (32 points, 2 tracks)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[t0 + 40ms] CAMERA_FRAME #1 (PTS us -&gt; Mono ns)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[t0 + 90ms] GNSS_FIX #1 (Lat, Lon, Speed, Bearing)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[t0 + 60s]  CAN_MF4_CHUNK (00000041_00000051.MF4)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1072" y="1600200"/>
            <a:ext cx="5166360" cy="4617720"/>
          </a:xfrm>
          <a:prstGeom prst="roundRect">
            <a:avLst>
              <a:gd name="adj" fmla="val 1188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73952" y="1874520"/>
            <a:ext cx="48006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SYNC ALIGNMENT PLOT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CSV Sync &amp; Alignment Plot
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plot or timeline diagram showing nanosecond nearest-neighbor interpolation between radar and camera frames.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PERCEPTION SUBSYSTEM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 mmWave Radar @ 3,125,000 Baud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Zero-loss high-speed USB serial UART driver, TLV parser, and EKF hardware tracking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94392" y="4114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333756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ZERO-COPY RING BUFFER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3.125 Mbps UART Pipeline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FTDI/CDC serial driver configured for 3.125 Mbps. Handles sustained 15 MB/min binary bursts with zero dropped bytes or framing corruptions.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25696" y="1600200"/>
            <a:ext cx="333756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7830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HZ POINT CLOUDS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TLV Packet Parser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Decodes TI mmWave TLV binary streams in real time: Type 1 (Cartesian X, Y, Z + Doppler Velocity + SNR) and Type 7 (Hardware EKF Track IDs &amp; Pos/Vel vectors).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19872" y="1600200"/>
            <a:ext cx="333756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830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BITSTREAM FIDELITY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Binary Session Logging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Simultaneously writes raw UART byte streams (radar_raw_stream.bin) for replaying in TI mmWave Studio and structured frames (radar_frames.bin) for fast analytics.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0624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Driver Technical Specifications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Sensor Model: Texas Instruments AWR1843BOOST (77-81 GHz)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 Control Baud: 115,200 bps | Data Stream Baud: 3,125,000 bps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Frame Rate: 20 Hz (50 ms frame periodicity)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Max Range: 50.0 meters | Velocity Resolution: 0.15 m/s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Azimuth FOV: ±60° (120° total) | Elevation FOV: ±15°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4069080"/>
            <a:ext cx="4922215" cy="2148840"/>
          </a:xfrm>
          <a:prstGeom prst="roundRect">
            <a:avLst>
              <a:gd name="adj" fmla="val 2553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720840" y="4343400"/>
            <a:ext cx="455645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RADAR BEV CANVAS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Bird's-Eye View (BEV) Display
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 of the real-time Radar Canvas showing point clusters and colored velocity tracks.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SUBSYSTEM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Camera2 Engine &amp; Autonomous Road AE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Eliminating sky-bloom, windshield focus hunting, and preview touch glitches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94392" y="4114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3337560" cy="246888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ZERO-GLITCH LIFECYCLE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Viewfinder Continuity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Problem: UI tab swipes previously triggered transient recomposition tearing down preview surfaces.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Decoupled viewfinder lifecycle from compose gestures; surfaces remain pinned to Camera HAL session.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Smooth, flicker-free tab navigation.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25696" y="1600200"/>
            <a:ext cx="3337560" cy="246888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78308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AUTO-LOCK ON RECORD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Hyperfocal Infinity Lock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Problem: Windshield rain, reflections, and dust trick AF into hunting and focusing on glass.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Smart Infinity Focus locks lens distance (LENS_FOCUS_DISTANCE = 0.0f).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Tap AF/AE: User tap targets license plates with dedicated yellow reticle overlay.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19872" y="1600200"/>
            <a:ext cx="3337560" cy="246888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8308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DUAL-ZONE PHOTOMETRICS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Road AE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Problem: Bright daylight sky overexposes and drives camera ISP to plunge road surface into darkness.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Approach 3: 4 Hz non-blocking 32x24 thumbnail analyzer computes sky-to-road contrast ratio R.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State: When R &gt;= 1.8x, locks AE metering to bottom 65% + adds EV boost.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4251960"/>
            <a:ext cx="5166360" cy="196596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38912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AE Dynamic State Transitions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SKY_BLOOM (R &gt;= 1.8x): Bottom 65% road metering + 0.5 EV boost (Status: • ROAD AE ☀️)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BALANCED (0.9x &lt;= R &lt; 1.8x): Full-frame matrix metering (Status: • ROAD AE)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NIGHT_TUNNEL (R &lt; 0.9x): Sky rejection disabled to protect headlight visibility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TAP_LOCKED: User manual lock holds priority until [Reset Lock] is pressed.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91072" y="4251960"/>
            <a:ext cx="516636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73952" y="4526280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CAMERA DECK SCREENSHOT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Viewfinder UI with Road AE Badge
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 showing live camera preview with • ROAD AE ☀️ badge and focus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SUBSYSTEM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CANedge2 Dual-Channel Ingestion &amp; Smart Pruner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Wi-Fi AP sync, 60s split MF4 handling, and single-connection protection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94392" y="4114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5166360" cy="4617720"/>
          </a:xfrm>
          <a:prstGeom prst="roundRect">
            <a:avLst>
              <a:gd name="adj" fmla="val 1188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47091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CANedge2 Autonomous Ingestion Engine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Cyclic 60s MF4 Splitting: CANedge2 continuously writes 1-minute split MF4 (MDF4) files over CAN1 (500 kbps) and CAN2 (CAN-FD).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2-Folder Staging Pool (canedge_pool/): Maintains an active staging buffer of the two most recent folders, eliminating download bottlenecks during recording.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Single-Connection MCU Protection (Bug #10 Solved): CANedge's ESP32 web server crashes under concurrent polling. RoadSense enforces sequential non-blocking downloads with 1.5s backoffs.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Smart Auto-Pruner: Background FIFO cleans orphaned chunks while rescuing drive session files into permanent storage.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600200"/>
            <a:ext cx="5166360" cy="4617720"/>
          </a:xfrm>
          <a:prstGeom prst="roundRect">
            <a:avLst>
              <a:gd name="adj" fmla="val 1188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73952" y="1874520"/>
            <a:ext cx="48006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CANEDGE EXPLORER SCREENSHOT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CANedge 3-Column File Explorer Deck
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 of the CANedge dashboard showing the nested directory tree and synchronized file indicators.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COCKPIT UX &amp; RELIABILITY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Cockpit UI Suite &amp; Continuous Flight Recorder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dedicated telemetry tabs and dual-stream diagnostic logging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94392" y="4114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5166360" cy="4617720"/>
          </a:xfrm>
          <a:prstGeom prst="roundRect">
            <a:avLst>
              <a:gd name="adj" fmla="val 1188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47091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Multi-Tab Compose Cockpit Architecture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Radar Tab: Real-time BEV canvas, point cloud density, EKF track list, and CLI configuration terminal.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Side-by-Side (SBS) Tab: Synchronized dual-feed placing the 1080p camera viewfinder beside the 20 Hz Radar BEV display.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Camera Tab: Lens switching (Wide, Ultra-Wide), resolution/FPS controls, infinity lock, and Road AE controls.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CANedge Tab: Wi-Fi AP status, staging pool health, and OneDrive-style 3-column file manager.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Continuous Flight Recorder: Continuous app_system.log logs idle discovery and UI events; session_debug.log records active drives.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600200"/>
            <a:ext cx="5166360" cy="4617720"/>
          </a:xfrm>
          <a:prstGeom prst="roundRect">
            <a:avLst>
              <a:gd name="adj" fmla="val 1188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73952" y="1874520"/>
            <a:ext cx="48006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SBS COCKPIT SCREENSHOT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(SBS) Synchronized Cockpit
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 of the SBS Cockpit tab showing live camera preview and radar point cloud running concurrently.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&amp; TOOLING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 Extraction &amp; Offline Validation Tools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ADB sync, web visualizer player, and 7 standalone health-check scripts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94392" y="4114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ADB PIPELINE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sync_and_process_sessions.py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extraction: pulls completed sessions from phone, validates file integrity, and compiles multimodal data into web visualizer JSON.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83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PLAYBACK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Browser-Based Visualizer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browser UI with synchronized video scrubbing, 20 Hz radar point clouds, ground-truth speed graphs, and telemetry overlays.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5196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DIAGNOSTICS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session_health_check.py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Audits folder structures, checks cross-sensor timeline continuity, verifies MF4 byte strides, and flags missing frames or dropped packets.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43400" y="406908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425196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MICROSECOND AUDITING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audit_cross_sensor_sync.py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cross-sensor latency offsets between radar frame headers and camera exposure PTS timestamps down to microsecond precision.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55280" y="1600200"/>
            <a:ext cx="3504895" cy="4617720"/>
          </a:xfrm>
          <a:prstGeom prst="roundRect">
            <a:avLst>
              <a:gd name="adj" fmla="val 1565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138160" y="1874520"/>
            <a:ext cx="313913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WEB VISUALIZER SCREENSHOT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Visualizer Playback Deck
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 of the browser-based multimodal visualizer showing synced radar and video.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Frontier: Radar-Camera Sensor Fusion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Projecting metric 3D radar detections onto the 2D video viewfinder (FUSION_STEPS)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94392" y="4114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3337560" cy="402336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00200"/>
            <a:ext cx="3337560" cy="594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Spatial Calibration
</a:t>
            </a:r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Priority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Pinhole Intrinsics (K): Extracted via Camera2 API (fx, fy, cx, cy).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6-DOF Extrinsics [R | T]: Rigid rotation (pitch, yaw, roll) &amp; translation offsets.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Keystone HUD: Interactive on-screen sliders and +/- 0.1° nudge buttons.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Target Pin &amp; Snap: Drag floating radar reticle onto parked vehicle to auto-solve.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25696" y="1600200"/>
            <a:ext cx="3337560" cy="402336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1600200"/>
            <a:ext cx="3337560" cy="5943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517136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Viewfinder Fusion
</a:t>
            </a:r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ADAS Overlay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8576" y="2423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Doppler Point Overlay: Real-time 20 Hz projection colored by radial velocity (Cyan/Green/Red).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3D Bounding Boxes: Perspective cuboids anchored to ground plane (Z = 0).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Telemetry Pill: Floating ID, distance, speed, and Time-to-Collision (TTC).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FCW Warning: Visual border flash when TTC &lt; 2.0 seconds.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19872" y="1600200"/>
            <a:ext cx="3337560" cy="402336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1600200"/>
            <a:ext cx="3337560" cy="5943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Semantic AI Fusion
</a:t>
            </a:r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Association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2752" y="2423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On-Device 2D Detection: Lightweight YOLOv8-nano running on NPU via TFLite.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IoU &amp; Mahalanobis Gating: Associating 2D vision boxes with 3D radar tracks.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Complementary Advantage: Vision provides semantic class; Radar provides exact depth &amp; speed.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5806440"/>
            <a:ext cx="10728655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8978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Flat-Earth Road-Plane Anchor: Enforcing a ground-plane constraint (Z_road = 0) overcomes the coarse elevation resolution of standard mmWave radar, preventing objects from falsely floating in the sky.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Milestones, Quality Metrics &amp;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deliverables, automated verification status, and upcoming roadmap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94392" y="4114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6217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Subsystem / Feature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Engineering 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Verified Performance Metric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TI mmWave Radar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Production Ready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3.125 Mbps sustained; 0 dropped packets; 20 Hz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Monotonic Sync Spine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Production Ready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Microsecond alignment in session_timeline.csv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Camera2 Road AE &amp; Focus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Production Ready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4 Hz dual-zone photometric analysis; auto infinity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CANedge2 Ingestion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Production Ready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2-folder pool; single-connection backoff; FIFO pruner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Continuous Flight Recorder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Production Ready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Continuous idle logging (app_system.log)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Automated JVM Testing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100% Pass 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All unit tests clean; zero regression in master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78040" y="1600200"/>
            <a:ext cx="4282135" cy="4617720"/>
          </a:xfrm>
          <a:prstGeom prst="roundRect">
            <a:avLst>
              <a:gd name="adj" fmla="val 1281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60920" y="1783080"/>
            <a:ext cx="391637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Next Steps &amp; Roadmap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Phase 1 Radar-Camera Calibration: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Implement Keystone HUD with sliders for pitch/yaw and build the Target Pin &amp; Snap solver for 60-second field setup.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Live Viewfinder Overlay (Phase 2):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Render real-time Doppler color-coded radar points and 3D cuboids onto the active Camera2 TextureView.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Native Kotlin DBC Decoding: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Extract vehicle speed and steering angle directly from CANedge MF4 files on the phone for ego-motion compensation.
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Technical Discussion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73152" cy="1005840"/>
          </a:xfrm>
          <a:prstGeom prst="line">
            <a:avLst/>
          </a:prstGeom>
          <a:noFill/>
          <a:ln w="508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</a:t>
            </a:r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SENSE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ADAS DATA LOGGER
</a:t>
            </a:r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 •  RECORD  •  VISUALIZE  •  ANALYZE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23360" y="411480"/>
            <a:ext cx="4572000" cy="1874520"/>
          </a:xfrm>
          <a:prstGeom prst="roundRect">
            <a:avLst>
              <a:gd name="adj" fmla="val 2927"/>
            </a:avLst>
          </a:prstGeom>
          <a:solidFill>
            <a:srgbClr val="F0F9F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54864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 AWR1843BOOST
</a:t>
            </a:r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 GHz mmWave Radar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Raw Point Clouds &amp; Micro-Doppler Velocity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Hardware EKF Target Tracks &amp; Clusters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 UART: 3.125 Mbps Data + 115.2 kbps CLI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594360"/>
            <a:ext cx="1417320" cy="1508760"/>
          </a:xfrm>
          <a:prstGeom prst="roundRect">
            <a:avLst>
              <a:gd name="adj" fmla="val 3871"/>
            </a:avLst>
          </a:prstGeom>
          <a:solidFill>
            <a:srgbClr val="E0F2FE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RADAR BOARD ]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AWR1843BOOST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Antenna Array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5040" y="2331720"/>
            <a:ext cx="320040" cy="45720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395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High-Speed USB Serial UART (3.125 Mbps)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2560320" cy="3154680"/>
          </a:xfrm>
          <a:prstGeom prst="roundRect">
            <a:avLst>
              <a:gd name="adj" fmla="val 2143"/>
            </a:avLst>
          </a:prstGeom>
          <a:solidFill>
            <a:srgbClr val="F0F9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Electronics
</a:t>
            </a:r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CANedge2
</a:t>
            </a:r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(Dual-Channel CAN / CAN-FD)
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520440"/>
            <a:ext cx="2194560" cy="1234440"/>
          </a:xfrm>
          <a:prstGeom prst="roundRect">
            <a:avLst>
              <a:gd name="adj" fmla="val 4444"/>
            </a:avLst>
          </a:prstGeom>
          <a:solidFill>
            <a:srgbClr val="E0F2FE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94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CANedge2 HARDWARE ]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DB9 Enclosure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 Card Logging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48463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937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OBD-II / Vehicle Powertrain Bus,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Cyclic 1-min MF4 Split Logging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37560" y="4023360"/>
            <a:ext cx="411480" cy="32004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2.4 GHz Wi-Fi 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REST Sync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86200" y="2880360"/>
            <a:ext cx="4846320" cy="2651760"/>
          </a:xfrm>
          <a:prstGeom prst="roundRect">
            <a:avLst>
              <a:gd name="adj" fmla="val 2069"/>
            </a:avLst>
          </a:prstGeom>
          <a:solidFill>
            <a:srgbClr val="0F172A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2971800"/>
            <a:ext cx="4663440" cy="246888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303580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16:14  •  RADAR 20.0 Hz  CAM 30.0 fps  GPS 1.0 Hz       CPU 13% | BAT 55% 36.2°C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69080" y="3273552"/>
            <a:ext cx="2194560" cy="2057400"/>
          </a:xfrm>
          <a:prstGeom prst="roundRect">
            <a:avLst>
              <a:gd name="adj" fmla="val 2667"/>
            </a:avLst>
          </a:prstGeom>
          <a:solidFill>
            <a:srgbClr val="0284C7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CAMERA FEED ]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1080p Viewfinder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ROAD AE ☀️ Active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Hyperfocal Infinity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55080" y="3273552"/>
            <a:ext cx="2194560" cy="2057400"/>
          </a:xfrm>
          <a:prstGeom prst="roundRect">
            <a:avLst>
              <a:gd name="adj" fmla="val 2667"/>
            </a:avLst>
          </a:prstGeom>
          <a:solidFill>
            <a:srgbClr val="0B132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RADAR BEV SCOPE ]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60m Scope Rings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Doppler Clusters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 IDs &amp; TTC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006840" y="2606040"/>
            <a:ext cx="2453335" cy="3154680"/>
          </a:xfrm>
          <a:prstGeom prst="roundRect">
            <a:avLst>
              <a:gd name="adj" fmla="val 2236"/>
            </a:avLst>
          </a:prstGeom>
          <a:solidFill>
            <a:srgbClr val="FAF5FF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2697480"/>
            <a:ext cx="2270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Smartphone Sensors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3108960"/>
            <a:ext cx="2179015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240">
            <a:solidFill>
              <a:srgbClr val="E9D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3200400"/>
            <a:ext cx="1996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(Camera2 API)
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1080p H.264 MP4 Stream with Nanosecond Frame Shutter Timestamps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0" y="4434840"/>
            <a:ext cx="2179015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4526280"/>
            <a:ext cx="1996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/ GNSS (Location)
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Hz NMEA Trajectory, Heading, Speed &amp; Monotonic Fix Quality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59952" y="3566160"/>
            <a:ext cx="228600" cy="228600"/>
          </a:xfrm>
          <a:prstGeom prst="leftArrow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59952" y="4892040"/>
            <a:ext cx="228600" cy="228600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5650992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5687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DATA LOGGER (Master Sync Engine)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0" y="59436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5980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Monotonic Timeline Master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(session_timeline.csv)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40680" y="59436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5980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Flight Recorder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(app_system.log)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406640" y="59436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5980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Synchronized Live BEV HUD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(20 Hz Side-by-Side)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11</Slides>
	<Notes>11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11</vt:i4></vt:variant>
		</vt:vector>
	</HeadingPairs>
	<TitlesOfParts>
		<vt:vector size="1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
		</vt:vector>
	</TitlesOfParts>
	<Company>Bajaj Auto Ltd. - Advanced Perception & Telemetry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RoadSense: Autonomous Automotive Multimodal Logger Progress</dc:title>
  <dc:subject>PptxGenJS Presentation</dc:subject>
  <dc:creator>RoadSense Core Engineering Team</dc:creator>
  <cp:lastModifiedBy>RoadSense Core Engineering Team</cp:lastModifiedBy>
  <cp:revision>1</cp:revision>
  <dcterms:created xsi:type="dcterms:W3CDTF">2026-09-15T11:21:27Z</dcterms:created>
  <dcterms:modified xsi:type="dcterms:W3CDTF">2026-09-15T11:21:27Z</dcterms:modified>
</cp:coreProperties>
</file>