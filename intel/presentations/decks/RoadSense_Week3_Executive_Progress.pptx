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09728" cy="4206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128016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2801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 TECHNICAL HANDOVER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" y="17830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RoadSense: Week 3 Progress
</a:t>
            </a:r>
            <a:pPr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Inverse Perspective Mapping, Coordinate Decoupling &amp; Multi-Sensor Hardening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51560" y="3108960"/>
            <a:ext cx="1040861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337560"/>
            <a:ext cx="3310128" cy="2148840"/>
          </a:xfrm>
          <a:prstGeom prst="roundRect">
            <a:avLst>
              <a:gd name="adj" fmla="val 2553"/>
            </a:avLst>
          </a:prstGeom>
          <a:solidFill>
            <a:srgbClr val="F0F9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74720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 &amp; IPM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Inverse Perspective Mapping &amp; 3D Vision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Closed-form flat-earth raycasting (Z=0) running at 50+ FPS with YOLO26 + ByteTrack; non-destructive MCAP topic injection (/vision/geo_tracks) in Electric Magenta.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99432" y="3337560"/>
            <a:ext cx="3310128" cy="2148840"/>
          </a:xfrm>
          <a:prstGeom prst="roundRect">
            <a:avLst>
              <a:gd name="adj" fmla="val 2553"/>
            </a:avLst>
          </a:prstGeom>
          <a:solidFill>
            <a:srgbClr val="FAF5FF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3474720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ALIGNMENT &amp; SYNC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IMU Auto-Leveling &amp; Master Sync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1-tap gravity pitch sync, digital clamp spirit level, camera/radar yaw decoupling (Bug #25), and Master Timeline Synchronizer eliminating 2.16s video phase lead.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147304" y="3337560"/>
            <a:ext cx="3310128" cy="2148840"/>
          </a:xfrm>
          <a:prstGeom prst="roundRect">
            <a:avLst>
              <a:gd name="adj" fmla="val 2553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3474720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DEEP-TECH TOOLCHAIN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Perfetto Tracing &amp; Interactive HTML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On-device Linux kernel scheduler tracing via ADB shell (&lt;0.05ms app slice), standalone zero-dependency HTML audit reports with mouse-locked HUD, and 10,400 FPS conversion.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6263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Bajaj Auto Ltd. • Advanced Perception and Telemetry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0" y="6263640"/>
            <a:ext cx="3687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October 2026 • Sprint 3 Handover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 Deliverables: From Optical IPM to Nanosecond Hardware Sync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Consolidating closed-form vision geometry, spatial decoupling, kernel diagnostics, and bug resolutions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3337560" cy="397764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Inverse Perspective Mapping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Closed-Form Flat-Earth Raycasting: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Inverts pinhole projection (Z_road=0) solving (X_v, Y_v) at 50+ FPS on standard CPU without neural depth models.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3D Bounding Geometry: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nuScenes class priors vs. camera-derived optical spans; boxes anchored to ground surface (Z=H/2).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Non-Destructive MCAP Enrichment: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Injects /vision/geo_tracks in Electric Magenta with 0.0ms timestamp delta and byte-for-byte log preservation.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Radar-Vision Hungarian Association: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Automated bipartite matching (lapjv) with 3.5m gating, computing near/mid/far MAE and RMSE.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25696" y="1508760"/>
            <a:ext cx="3337560" cy="397764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8576" y="169164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Spatial Decoupling &amp; Sync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IMU-Assisted Auto-Leveling: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1-tap gravity pitch extraction (GAME_ROTATION_VECTOR), digital clamp spirit level (±0.8°), and ADAS quality badge.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Camera / Radar Boresight Decoupling: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Separates Camera Heading (0.0°) from Bumper Radar Squint (+1.0°), eliminating 17px vision track lateral drift.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Master Timeline Synchronizer: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Hardware sequence mapping eliminates 2.16s video phase lead (Bug #22); adds /sync/frame_info.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 Hz Zero-Jitter Kinematics: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SPSC lock-free ring buffer and SENSOR_DELAY_FASTEST bypass HAL filters, locking to native 104 Hz.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19872" y="1508760"/>
            <a:ext cx="3337560" cy="397764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169164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Deep-Tech Toolchain &amp; Hardening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On-Device Perfetto Kernel Tracing: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Zero-overhead scheduler &amp; IRQ tracing via ADB shell; proves &lt;0.05ms app slice execution.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Standalone Interactive HTML Reports: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Zero-dependency offline single-file report (~1.2MB) with mouse-locked HUD and 6-panel lockstep zooming.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10,400 FPS MCAP Pipeline: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80x throughput boost converting 40-minute driving sessions in 33 seconds via O(log N) binary search.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Central Web Dashboard (:8088):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1-click runner orchestrating sync audit, MCAP build, 8-point health checks, and geometric vision.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5669280"/>
            <a:ext cx="10728655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SYSTEM HARDENING COMPLETED: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post-mortems conducted and permanently resolved for Bug #16 (MP4 moov Overflow), Bug #17 (TLV 6 FCW Decoding Offset), Bug #18 (Foxglove Schema Hash), Bug #19 (100 Hz IMU Jitter Spikes), Bug #21 (Pre-Roll Video Desync), Bug #22 (2.16s Video Phase Lead), Bug #23 (10,400 FPS Converter Boost), Bug #24 (Optical Pitch Sign Correction), and Bug #25 (Camera/Radar Yaw Decoupling).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Inverse Perspective Mapping (IPM): Mathematical Derivation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Closed-form flat-earth raycasting (Z_road = 0) recovering 3D metric coordinates from 2D pixel contact patches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Inverse Optical Ray Back-Projection: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Given 2D pixel coordinate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[u, v, 1]^T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intrinsic matrix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normalized optical ray vector in camera frame {C} is: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d_C = K^(-1) · [u, v, 1]^T = [(u - c_x)/f_x,  (v - c_y)/f_y,  1]^T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Total Depression Angle (β):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Taking the bottom-most bounding box edge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(u_center, v_bottom)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the tire contact patch with road asphalt, the vertical optical ray angle combines camera mounting downward pitch (θ_mount) and vertical pixel deviation: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β = θ_mount + arctan((v_bottom - c_y) / f_y)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Closed-Form Metric Ground Coordinates (Z_road = 0):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Intersecting the line of sight with the flat road surface at camera height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H_cam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yields metric forward depth (Y_v) and lateral offset (X_v):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Y_v = H_cam / tan(β)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X_v = Y_v · ((u_center - c_x) / f_x) · cos(θ_mount) + ΔX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Invariant Property: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executes in O(1) constant time (&lt;0.02 ms/target) with zero iterative root-finding, eliminating need for neural depth inference.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5394960"/>
            <a:ext cx="48463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93C5F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5394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NATIVE EQUATION: Y_V = H / TAN(Β),  X_V = Y_V · (U - CX)/FX 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GEOMETRY DIAGRAM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IPM Ground-Plane Raycasting Geometry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Raycasting Schematic (Side &amp; Top View):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Optical center at height H_cam (1.35m)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Downward pitch angle θ_mount (5.42°)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Line of sight ray passing through pixel v_bottom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Intersection with road asphalt plane (Z_road = 0)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Recovery of longitudinal metric distance Y_v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Lateral metric displacement X_v along camera HFOV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IPM in Automotive ADAS: Decades of Heritage, Advantages &amp; Pitfalls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ground-plane projection powers automotive ADAS, and where its physical assumptions break down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30-Year Automotive ADAS Heritage: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Inverse Perspective Mapping was pioneered by Dickmanns (1988) and Bertozzi (1998) for autonomous highway driving (Prometheus project).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industrial foundation of commercial Lane Departure Warning (LDW) and front obstacle bounding systems (e.g. early MobilEye EyeQ chipsets).
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Key Operational Advantages: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Ultra-Low Compute (O(1)):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Requires only 3 trigonometric ops per target; operates at 50+ FPS on resource-constrained embedded edge processors without GPU acceleration.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Neural Depth Hallucination: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Monocular neural depth models (e.g. Depth Anything) suffer from scale ambiguity and heavy inference latency (~40-80ms). IPM is deterministic.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Metric Calibration Synergy: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Directly consumes physical camera mount extrinsics [R | T] and pinhole intrinsics 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645920"/>
            <a:ext cx="48463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Physical Vulnerabilities &amp; Sensitivities: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Non-Flat Road Topology &amp; Slopes (Z_road ≠ 0):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Assumes a planar world. Uphill grades cause ray to strike earlier (distance over-estimation); downhill slopes delay intersection (under-estimation).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Chassis Pitch Dynamics: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Severe braking causes front chassis dive (-1.2°); hard acceleration causes rear squat (+1.5°). Uncompensated pitch distorts longitudinal range.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High-Range Pitch Sensitivity Divergence: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Differentiating depth w.r.t pitch angle reveals quadratic error growth:
</a:t>
            </a:r>
            <a:pPr indent="0" marL="0"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∂Y / ∂θ ≈ - (Y² / H_cam)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At Y = 50m and H = 1.35m, a mere 0.5° pitch calibration error introduces a massive 16.2m longitudinal distance error!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Horizon Singularity: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v_bottom approaches the optical horizon (v -&gt; v_horizon), tan(β) -&gt; 0 and depth diverges to infinity.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28232" y="5440680"/>
            <a:ext cx="48463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93C5F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28232" y="5440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NATIVE EQUATION: ∂Y / ∂Θ ≈ - (Y² / H_CAM) 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Geometric Vision Pipeline &amp; MCAP Integration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High-rate YOLO26 tracking, dual 3D bounding geometry, and non-destructive Foxglove topic injection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Modular Tracking &amp; Orientation Engine: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Ultralytics YOLO26 + ByteTrack: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detection and multi-object tracking across vehicles, 2-wheelers, and pedestrians at 50+ FPS.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MP4 180° Inversion Handler: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Parses container moov/tkhd matrix atoms, auto-rotating upside-down smartphone footage upright prior to inference.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Dual 3D Bounding Box Geometry: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Option A (Class Priors):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Applies standardized automotive extents (Car: 1.8m x 1.5m x 4.2m, Pedestrian: 0.6m x 1.7m x 0.6m).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Option B (Camera-Derived Spans):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Derives physical width and height directly from 2D pixel span:
</a:t>
            </a:r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W_metric = (w_px / f_x) · Z_c,   H_metric = (h_px / f_y) · Z_c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Road Elevation Anchor: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center is elevated to Z = H / 2, ensuring 3D cuboids rest naturally on the road surface rather than buried.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Non-Destructive MCAP Topic Injection: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Streams 3D vision cuboids to Foxglove topic </a:t>
            </a:r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/vision/geo_tracks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styled in Electric Magenta (rgba: 0.85, 0.10, 0.95, 0.75).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Data Integrity: Preserves all 12 source channels and layout attachments byte-for-byte; source logs remain read-only.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FOXGLOVE 3D VIDEO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Foxglove Studio 3D Perception Overlay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Multi-Modal Perception Visualization: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Upright 1080p camera feed in Camera View panel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Cyan / Amber / Red TI mmWave radar tracks &amp; Doppler vectors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Electric Magenta (/vision/geo_tracks) 3D vision cuboids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Billboard text labels showing ID, class, and metric range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Perfect co-registration on vehicle targets with &lt;0.04px error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IMU-Assisted Camera Calibration &amp; Live Horizon Engine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Eliminating pitch guesswork via gravity vector extraction, digital spirit level, and 25 Hz horizon follow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1-Tap Gravitational Orientation Extraction: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Magnetic-Immune Telemetry: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Leverages Sensor.TYPE_GAME_ROTATION_VECTOR (accel + gyro fusion), completely immune to EV motor and battery EMF distortion.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1-Tap 'Sync Pitch' Button: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physical mount pitch (θ = arcsin(R_8)) and roll (φ = arcsin(R_7)) in &lt;10 ms, removing manual angle guesswork.
</a:t>
            </a:r>
            <a:pPr indent="0" marL="0">
              <a:buNone/>
            </a:pPr>
            <a:r>
              <a:rPr lang="en-US" sz="11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Digital Clamp Spirit Level &amp; ADAS Quality Badge: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Clamp Level: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glowing green indicator when phone is clamped within ±0.8° of road level; displays guidance arrows if tilted.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ADAS Pitch Quality Badge: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Classifies windshield tilt into OPTIMAL (3°-12°), TOO SHALLOW (&lt;3°), TOO STEEP (&gt;12°), or FACING UP (&lt;0°).
</a:t>
            </a:r>
            <a:pPr indent="0" marL="0">
              <a:buNone/>
            </a:pPr>
            <a:r>
              <a:rPr lang="en-US" sz="11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25 Hz Live Horizon &amp; Pillarbox Studio Layout: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Horizon Follow: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artificial ground horizon line at 25 Hz tracking vehicle pitch/roll dynamics live on screen. [LOCK PITCH] seals the angle permanently into calibration JSON.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Natural Pillarbox Wings: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Utilizes 19.5:9 display's 210px side pillarbox wings to host pitch/yaw controls, leaving central 16:9 preview 100% unoccluded.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ANDROID APP UI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Fullscreen Calibration Studio UI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Android App Cockpit: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Top bar: Digital Clamp Spirit Level pill (±0.8°)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Pitch Quality Badge ('OPTIMAL PITCH 5.4°' in green)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Central 16:9 camera preview with live artificial horizon line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Left pillarbox wing: Camera Pitch (θ_cam) &amp; 1-Tap Sync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Right pillarbox wing: Isolated Radar Bumper Yaw (ψ_rad)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Extrinsics Dialog for physical mount baseline entry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Sensor Alignment: Decoupling Camera Boresight from Radar Squint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Eliminating cross-sensor distortion by establishing an explicit two-tier vehicle coordinate 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Cross-Sensor Conflation Defect (Bug #25):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Defect: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earlier iterations, calibration conflated relative radar-camera offset into a single ambiguous 'yawDeg' parameter.
</a:t>
            </a:r>
            <a:pPr indent="0" marL="0">
              <a:buNone/>
            </a:pPr>
            <a:r>
              <a:rPr lang="en-US" sz="9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Impact: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adjusting the slider to compensate for a +1.0° front bumper radar bracket squint, downstream tooling rotated the camera_optical /tf frame by +1.0°, causing a 17-pixel lateral skew in 3D vision tracks!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The Two-Tier Sensor-to-Vehicle Architecture: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Tier 1: Sensor-to-Vehicle Boresight: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Separately defines Camera Boresight (cameraYawDeg, cameraPitchDeg) and Radar Mounting Squint (radarSquintDeg) relative to vehicle base_link.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Tier 2: Cross-Sensor Alignment: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heading defaults to 0.0° (pointing straight ahead). Bumper bracket adjustments are attributed strictly to radarSquintDeg (+1.0°).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Master Frame Standard Alignment: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base_link: ISO 8855 FLU (+X Forward, +Y Left, +Z Up)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radar_link: TI Native RFU (+X Right, +Y Forward, +Z Up)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camera_optical: OpenCV RDF (+X Right, +Y Down, +Z Optical Forward)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51560"/>
                <a:gridCol w="10515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Target Frame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+X Axis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+Y Axis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+Z Axis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4ED8"/>
                          </a:solidFill>
                        </a:rPr>
                        <a:t>Vehicle (base_link)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Forward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Left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Up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284C7"/>
                          </a:solidFill>
                        </a:rPr>
                        <a:t>Radar (radar_link)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Right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Forward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Up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E22CE"/>
                          </a:solidFill>
                        </a:rPr>
                        <a:t>Camera (camera_optical)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Right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Down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Forward (Depth)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45352" y="3886200"/>
            <a:ext cx="5212080" cy="2423160"/>
          </a:xfrm>
          <a:prstGeom prst="roundRect">
            <a:avLst>
              <a:gd name="adj" fmla="val 2264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428232" y="416052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DECOUPLING DIAGRAM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Boresight vs. Squint Alignment Diagram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Schematic Overview: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Centerline vehicle driving axis (+X_base)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Camera optical axis mounted straight ahead (ψ_cam = 0.0°)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 mmWave radar bumper bracket squint (ψ_radar = +1.0°)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Independent coordinate transforms into unified base_link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frustum tilt on video overlays and 3D cuboids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Radar-to-Vision Track Association &amp; Spatio-Temporal Evaluation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Hungarian bipartite matching and distance-binned error metrics against mmWave radar ground truth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Spatio-Temporal Association Engine: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Temporal Matching Window: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Matches /vision/geo_tracks with /radar/tracks within a strict ±50 ms temporal gate using master UTC nanosecond timestamps.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Hungarian Bipartite Assignment: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Constructs a 2D Euclidean distance cost matrix on the ground plane, solved via Jonker-Volgenant algorithm (lap.lapjv).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Spatial Gating Cutoff: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a 3.5-meter distance threshold to prevent false associations with roadside clutter or adjacent lane vehicles.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Distance-Binned Quantitative Metrics: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Performance is segmented into 3 operational distance zones: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Near-Field (0-15m): High optical pixel resolution, maximum tracking accuracy.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Mid-Range (15-30m): Nominal ADAS braking horizon; balanced radar/vision.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Far-Field (&gt;30m): IPM pitch sensitivity begins to dominate; radar range truth.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Computed Statistics: Longitudinal MAE/RMSE (ΔY), Lateral MAE/RMSE (ΔX), 2D spatial error, and overall track association percentage.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Evaluation CLI: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evaluate_vision_vs_radar.py generates machine-readable benchmark reports (benchmark_report.json) for fleet validation.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BENCHMARKING CHART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vs. Vision Ground-Plane Track Association Map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Benchmarking Visualization: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Ground-plane scatter plot (X_v, Y_v) comparing sensors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Blue points: Vision IPM ground contacts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 points: mmWave radar track centroids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Green lines: Hungarian association correspondences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Zone breakdown cards: Near / Mid / Far RMSE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Cumulative association match rate scorecard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Timeline Synchronizer: Nanosecond Multi-Sensor Alignment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Resolving cumulative video phase lead (Bug #22) via hardware-sequence locking and linear interpolation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2.16-Second Video Phase Lead (Bug #22):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Symptom: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40-minute driving session, camera video moved 2.16 seconds before wheel speed, IMU acceleration, or radar tracks climbed.
</a:t>
            </a:r>
            <a:pPr indent="0" marL="0">
              <a:buNone/>
            </a:pPr>
            <a:r>
              <a:rPr lang="en-US" sz="9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MediaRecorder captured 72,336 packets with 0 drops, while userspace dropped 91 shutter callbacks under CPU load. Sequential row indexing shifted later video packets 2.16s into the past!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The Hardware Sequence Mapping Invariant: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 Camera Counter: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CaptureResult.getFrameNumber() strictly increments by 1 for every exposure. The invariant: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expected_hw_seq = video_start_seq_id + packet_idx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 with 100% precision across entire sessions regardless of dropped userspace callbacks.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Linear Interpolation &amp; /sync/frame_info Channel: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When a callback is dropped, master_timeline_synchronizer.py interpolates its timestamp using the camera crystal clock (33.293 ms/frame).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Integrated Channel: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Injects /sync/frame_info into MCAP, stamping each frame with its matched radar frame ID and nanosecond delta (&lt;15ms).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TIMING SYNCHRONIZATION GRAPH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Nanosecond Timeline Alignment Verification Plot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Cross-Sensor Timing Correlation Graph: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Blue trace: Vehicle video presentation timestamp (PTS)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 trace: TI mmWave radar frame arrival timestamps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Green trace: CAN wheel speed climb during acceleration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Phase lead verification: Zero drift across 40-minute drive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Verified sync delta: &lt;14.88 ms at t = 720.96s (radar frame 21,032)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Hz Zero-Jitter Kinematics Subsystem &amp; Android OS Hardening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Bypassing Android HAL decimation filters to achieve sub-millisecond IMU jitter at native 104 Hz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18 ms Jitter Spike Elimination (Bug #19):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Quirk: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Requesting explicit microsecond periods (e.g. 10,000 µs) activated Android HAL software decimation, creating periodic 18 ms jumps (Δt_prev + Δt_spike = 30.0 ms).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Solution: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Switched to SENSOR_DELAY_FASTEST (0 µs) with an SPSC lock-free ring buffer, locking to ST LSM6DSL native 104 Hz rate with sub-millisecond jitter (σ &lt; 1.0 ms).
</a:t>
            </a:r>
            <a:pPr indent="0" marL="0">
              <a:buNone/>
            </a:pPr>
            <a:r>
              <a:rPr lang="en-US" sz="11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Real-Time Gravity-Free Linear Acceleration: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Sensor.TYPE_LINEAR_ACCELERATION: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Continuously separates and removes Earth gravity (9.81 m/s²) from total acceleration in real time on the phone.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Clean Dynamics: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pure dynamic braking and cornering forces without tilt bias.
</a:t>
            </a:r>
            <a:pPr indent="0" marL="0">
              <a:buNone/>
            </a:pPr>
            <a:r>
              <a:rPr lang="en-US" sz="11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Magnetic-Immune 6-DOF Game Rotation Vector: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Derives orientation quaternion (x,y,z,w) using solely accelerometer and gyro integration, ignoring the magnetic compass.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 Hardening: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Guarantees heading stability around high-voltage EV motor inverters and heavy electrical wiring harnesses.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IMU KINEMATICS CHART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Hz IMU Jitter Distribution &amp; Kinematics Acceleration Curves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Kinematics Telemetry Plots: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Inter-frame interval histogram centered at 9.615 ms (104 Hz)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Jitter distribution showing σ &lt; 0.99 ms and zero 18 ms spikes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Linear acceleration curves during aggressive vehicle braking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Game rotation vector Euler angles (Pitch, Roll, Yaw)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Microsecond monotonic timestamp alignment with video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Deep-Tech Diagnostics: On-Device Perfetto Kernel Tracing via ADB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Zero-overhead nanosecond Linux kernel scheduler and hardware IRQ profiling on target hardware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Zero-Overhead Tracing Architecture: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Diagnostic Dilemma: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Evaluating microsecond timing anomalies with userspace loggers introduces CPU overhead, altering system behavior (Heisenberg effect).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Perfetto Toolchain: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 (record_perfetto_trace.py &amp; analyze_perfetto_trace.py) configure Android's kernel-level ftrace daemon via ADB shell with a 32-64MB circular buffer (&lt;1% CPU impact) on unrooted hardware.
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Tracked Subsystems &amp; Application Slices: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Linux CFS Scheduler: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sched/sched_switch, sched_wakeup, and big.LITTLE core migration.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 Interrupts: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irq/irq_handler_entry and exit tracking ST LSM6DSL physical interrupts.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App Trace Slices: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High-precision Trace.beginSection('RoadSense:onSensorChanged') markers.
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Definitive Diagnostic Finding: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Proved that RoadSense-ImuThread processes samples in &lt;0.05 ms with zero CPU starvation.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Conclusively demonstrated that 18 ms spikes originated from vendor HAL software decimation rather than OS scheduling delays.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PERFETTO UI TRACE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Perfetto System Trace Visualization (ui.perfetto.dev)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Kernel Scheduler Trace Breakdown: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CPU 0-7 big.LITTLE scheduling swimlanes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RoadSense-ImuThread execution slices (&lt;0.05 ms)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 LSM6DSL hardware IRQ arrival pulses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Thread state timeline: Running vs. Runnable vs. Sleeping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Nanosecond correlation with imu_frames.csv ticks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Delivery: Standalone Interactive HTML Audit Reports &amp; HUD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Zero-dependency offline inspection reports with synchronized 6-track zooming and jitter-free crosshair HUD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Zero-Dependency Standalone Architecture: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Solves Matplotlib Squish: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PNGs squished nominal 20 ms data into flat lines due to 500 ms camera startup spikes. HTML reports provide dynamic zooming.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Completely Offline (~1.2 MB):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Inlines Plotly.js directly. Opens on any PC via file:/// without Python, internet, or local servers.
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Foxglove-Style Mouse-Locked HUD: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Innovation (Bug #20):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Plotly tooltips violently jumped 80px vertically when hovering noisy 100 Hz signals. We decoupled tooltips from discrete points, locking a vertical crosshair to cursor clientX with O(log N) binary search.
</a:t>
            </a:r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Completely jitter-free hover readout across all 6 sensor tracks.
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Sticky Navigation &amp; Dual Certification Scorecards: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View Toggles: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Sticky toolbar with 'Steady-State Focus', 'Show All Spikes', 'Startup Phase (0-5s)', and 'Teardown Phase'.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Scorecards: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8-Point Subsystem Health + 10-Point Cross-Sensor Sync verification table with CERTIFIED GOLD badges.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INTERACTIVE HTML REPORT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Multi-Sensor HTML Audit Dashboard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Audit Report UI (Plotly.js):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Coordinated 6-panel synchronized time series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Sticky navigation bar with 1-click view toggles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Foxglove-style mouse-locked vertical crosshair HUD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Zooming on one panel zooms all 6 tracks in lockstep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Executive Summary card with CERTIFIED GOLD certification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10-point cross-sensor sync audit checklist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Web Dashboard: Single Unified Script Execution Platform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Zero-dependency local cockpit on :8088 running synchronization, conversion, health audits, and vision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Zero-Dependency Local Web Server (:8088):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using Python's standard http.server with Server-Sent Events (SSE) live streaming.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external web framework dependencies (no Flask/Django/Node.js required for desktop analytics).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ADB monitoring: Connected device serial, battery level, storage space, and session discovery.
</a:t>
            </a:r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1-Click Multi-Script Runner Pipeline: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Single Unified Cockpit: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fragmented manual terminal commands with an automated 1-click execution pipeline:
</a:t>
            </a:r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Raw Session Ingestion ──► Master Timeline Sync ──► 10,400 FPS MCAP Build ──► 8-Point Health Audit ──► Geometric Vision Ingestion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Progress: Streams console stdout/stderr live to browser terminal.
</a:t>
            </a:r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Native OS &amp; Artifact Integration: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Native /api/open_folder: Opens Windows Explorer directly to session logs in 1 click.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HTML Report Links: Launches interactive Plotly audit dashboards instantly.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WEB COCKPIT UI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Central Web Dashboard Cockpit (:8088)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Cockpit Interface Overview: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Dark-mode responsive automotive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ADB device health badge (Samsung Galaxy M30)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 archive table with sensor availability tags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'Run All Audits' master action banner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Server-Sent Events (SSE) execution log modal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'Open Folder' and 'View Report' actions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Analysis: Subsystem Hardening Post-Mortems (Part 1)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Eliminating container metadata overflows, CAN telemetry shifts, schema rejections, and IMU jitter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#16: Large MP4 Metadata Overflow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Recordings &gt;500MB crashed MCAP video parser with 'moov atom not found'.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Parser used fixed 64KB tail buffer; moov atom scales with duration, growing to 2-8MB in long drives.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ISO box traversal jumping directly to moov header via box length offsets in O(1) zero-copy time.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25696" y="150876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2856" y="161848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#17: 1-Byte Offset in TLV 6 FCW Telemetry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Collision Warning (FCW) target coordinates were severely misreported as TargetX.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Firmware packed a 1-byte counter before CAN payload, shifting bitfield decoding by 8 bits.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Corrected decoding byte offset and integrated color-coded FCW alerting (Green/Amber/Crimson) in Foxglove.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19872" y="150876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7032" y="161848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#18: Foxglove Anonymous Schema Hash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Foxglove Studio rejected custom TypeScript calibration overlays with anonymous hash (0bb4508b).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Returning standard JavaScript number[] arrays or generic types broke Protobuf schema resolution.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Imported official @foxglove/schemas and instantiated typed Float64Array matrix buffers.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8736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#19: 100 Hz IMU 18 ms Jitter Spikes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IMU logging had periodic 18 ms timestamp jumps every ~1.0s (Δt_prev + Δt_spike = 30.0 ms).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microsecond delays (10,000 µs) activated Android HAL software decimation filters.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SENSOR_DELAY_FASTEST (0 µs) with SPSC lock-free ring buffer, locking to ST LSM6DSL 104 Hz (σ &lt; 1.0 ms).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25696" y="397764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408736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#20: Multi-Track Hover Tooltip Jitter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Hovering over noisy 100 Hz signals caused tooltips to violently bounce 80px vertically.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Plotly default anchored tooltips to discrete (x,y) points rather than client cursor coordinates.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HUD from discrete points; locked vertical crosshair to cursor clientX with O(log N) binary search.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19872" y="397764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408736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#21: Pre-Roll Shutter Video Desync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frames drifted 900 ms out of phase with radar point clouds during replay.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Converters assumed MP4 packet 0 strictly mapped to CSV row 0, bypassing camera preview startup.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synchronizer to ingest session_timeline.csv as ground truth, anchoring to record sequence start.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Analysis: Subsystem Hardening Post-Mortems (Part 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Eliminating video lead, converter bottlenecks, optical inversions, and cross-sensor conflation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#22: 2.16s Video Lead via Dropped Callbacks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video led wheel speed and radar points by 2.16s in 40-minute driving sessions.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userspace dropped 91 callbacks under load, shifting sequential index mapping into the past.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MasterTimelineSynchronizer locks MP4 packets to hardware camera exposure IDs (S_start + idx); sync error &lt; 15ms.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25696" y="150876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2856" y="161848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#23: MCAP Converter Speed Collapse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Conversion speed collapsed from &gt;3,000 FPS to ~120 FPS with 0% GPU and &lt;8% CPU load.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Uncached list comprehensions in frame lookups created 12.16B temporary Python objects, stalling GIL in GC.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Precomputed contiguous numpy arrays and O(log N) bisect lookups; throughput surged to 10,411 FPS (80x speedup).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19872" y="150876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7032" y="161848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#24: Optical Pitch Sign Inversion (Rx(-P))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radar bounding boxes in Foxglove floated ~180-190px too high into the sky above road vehicles.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tooling wrote Rx with inverted signs (Rx(-P) transpose), pointing optical axis +5.4° UP instead of DOWN.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Corrected Rx rotation signs in compute_camera_optical_tf; overlays land natively on vehicles with zero user scripts.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8736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#25: Camera Yaw Decoupling from Radar Squint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Compensating for radar mounting squint tilted camera optical frustum, skewing vision tracks by 17px.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Calibration parameters conflated sensor-to-vehicle angles with relative cross-sensor offsets into single yawDeg.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Established two-tier architecture: cameraYawDeg (0.0°) vs radarSquintDeg (+1.0°); verified zero cross-distortion.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25696" y="397764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408736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#12: Exynos Dual-Stream HAL Stalling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Camera2 HAL deadlock and ANR crashes when activating dual analysis streams on Samsung Exynos.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ISP enforces strict concurrent surface output limits, starving ImageReader buffers.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AE samples downsampled 32x24 bitmaps directly from active TextureView on Dispatchers.Default; zero extra streams.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19872" y="397764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4087368"/>
            <a:ext cx="30632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#13 &amp; #14: Foxglove Ghosting &amp; Seek Freeze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 radar tracks persisted indefinitely on 3D canvas; video seek froze on blank screens.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entity IDs per frame caused object accumulation; sparse keyframes lacked closed GOPs.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entity ID 'radar_tracks' for atomic updates; enforced 1-sec closed GOP 30 (-forced-idr 1) in transcoding.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Handover &amp; System Perfection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Consolidating Sprint 3 perception foundations and establishing disciplined hardware alignment targets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 Deliverables: 100% Complete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Perception, Spatial Decoupling &amp; Toolchain Foundation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Inverse Perspective Mapping (IPM) Operational [✔]: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Closed-form flat-earth raycasting (50+ FPS) and non-destructive Foxglove MCAP topic injection (/vision/geo_tracks).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IMU-Assisted Camera Calibration Operational [✔]: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1-tap gravity pitch sync, digital clamp spirit level (±0.8°), ADAS quality badge, and 25 Hz live horizon tracking.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Master Sensor Decoupling Verified [✔]: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Two-tier architecture separating Camera Boresight from Radar Squint; Bug #25 lateral drift resolved.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Master Timeline Synchronizer Active [✔]: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Hardware camera sequence locking eliminates 2.16s video lead (Bug #22); /sync/frame_info stream active.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Deep-Tech Diagnostics Suite Operational [✔]: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On-device Perfetto kernel tracing (&lt;0.05ms app slice), offline interactive HTML reports, and 10,400 FPS converter.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System Hardening Complete [✔]: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Bugs #11 through #25 diagnosed and permanently eliminated; 53 JVM unit tests passing clean.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2120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627632"/>
            <a:ext cx="4846320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Upcoming Priority: System Perfection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Rigidity &amp; Association Gates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Current Physical Challenge: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Experimental vehicle mounts currently exhibit minor bracket vibration and mechanical pitch/yaw play during road tests, introducing dynamic sensor alignment variance.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Hardware Mount Hardening: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Fabricate rigidized mechanical mounting brackets for front bumper radar.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Implement vibration-damped windshield smartphone mount.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Perform static ground-truth extrinsic survey on certified level ground.
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The Strict Quantitative Association Gate: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Target Milestone: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 sustained 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66% radar-vision track association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across continuous drive cycles.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Disciplined Strategy: Advance to supervised model training and automated validation only AFTER the 66% physical association gate is reliably breached.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Technical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Bajaj Auto Ltd. - Advanced Perception and Telemetry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RoadSense: Week 3 Progress - Inverse Perspective Mapping, Coordinate Decoupling and Multi-Sensor Hardening</dc:title>
  <dc:subject>PptxGenJS Presentation</dc:subject>
  <dc:creator>RoadSense Core Engineering Team</dc:creator>
  <cp:lastModifiedBy>RoadSense Core Engineering Team</cp:lastModifiedBy>
  <cp:revision>1</cp:revision>
  <dcterms:created xsi:type="dcterms:W3CDTF">2026-10-22T05:56:08Z</dcterms:created>
  <dcterms:modified xsi:type="dcterms:W3CDTF">2026-10-22T05:56:08Z</dcterms:modified>
</cp:coreProperties>
</file>